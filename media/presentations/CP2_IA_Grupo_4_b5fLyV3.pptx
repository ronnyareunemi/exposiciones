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iguen Elegant Serif" charset="1" panose="00000000000000000000"/>
      <p:regular r:id="rId21"/>
    </p:embeddedFont>
    <p:embeddedFont>
      <p:font typeface="Roca One" charset="1" panose="00000500000000000000"/>
      <p:regular r:id="rId22"/>
    </p:embeddedFont>
    <p:embeddedFont>
      <p:font typeface="PT Sans" charset="1" panose="020B0503020203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https://drive.google.com/file/d/1ETt_MpT-QxH8_MWcO1lSh4QzgHMpuOJd/view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1.png" Type="http://schemas.openxmlformats.org/officeDocument/2006/relationships/image"/><Relationship Id="rId6" Target="../media/image4.png" Type="http://schemas.openxmlformats.org/officeDocument/2006/relationships/image"/><Relationship Id="rId7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52707" y="5018330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773143" y="-3042396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96598" y="141700"/>
            <a:ext cx="3840000" cy="3685452"/>
          </a:xfrm>
          <a:custGeom>
            <a:avLst/>
            <a:gdLst/>
            <a:ahLst/>
            <a:cxnLst/>
            <a:rect r="r" b="b" t="t" l="l"/>
            <a:pathLst>
              <a:path h="3685452" w="3840000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076" t="-8219" r="-46018" b="-670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20085">
            <a:off x="14059006" y="6792480"/>
            <a:ext cx="2374890" cy="2243856"/>
          </a:xfrm>
          <a:custGeom>
            <a:avLst/>
            <a:gdLst/>
            <a:ahLst/>
            <a:cxnLst/>
            <a:rect r="r" b="b" t="t" l="l"/>
            <a:pathLst>
              <a:path h="2243856" w="2374890">
                <a:moveTo>
                  <a:pt x="0" y="0"/>
                </a:moveTo>
                <a:lnTo>
                  <a:pt x="2374890" y="0"/>
                </a:lnTo>
                <a:lnTo>
                  <a:pt x="2374890" y="2243856"/>
                </a:lnTo>
                <a:lnTo>
                  <a:pt x="0" y="2243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968" t="0" r="-310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87600" y="380380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15550" y="781425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77200" y="137535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52297">
            <a:off x="13154100" y="914274"/>
            <a:ext cx="3295654" cy="2140300"/>
          </a:xfrm>
          <a:custGeom>
            <a:avLst/>
            <a:gdLst/>
            <a:ahLst/>
            <a:cxnLst/>
            <a:rect r="r" b="b" t="t" l="l"/>
            <a:pathLst>
              <a:path h="2140300" w="3295654">
                <a:moveTo>
                  <a:pt x="0" y="0"/>
                </a:moveTo>
                <a:lnTo>
                  <a:pt x="3295654" y="0"/>
                </a:lnTo>
                <a:lnTo>
                  <a:pt x="3295654" y="2140300"/>
                </a:lnTo>
                <a:lnTo>
                  <a:pt x="0" y="214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720" t="-9509" r="-12211" b="-995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5365" y="2351475"/>
            <a:ext cx="10328164" cy="489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Sistema de </a:t>
            </a:r>
            <a:r>
              <a:rPr lang="en-US" sz="80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Reconocimiento de Lengua de Señas basado en </a:t>
            </a:r>
            <a:r>
              <a:rPr lang="en-US" sz="8000">
                <a:solidFill>
                  <a:srgbClr val="AE77D6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CNN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5365" y="7563500"/>
            <a:ext cx="8874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oca One"/>
                <a:ea typeface="Roca One"/>
                <a:cs typeface="Roca One"/>
                <a:sym typeface="Roca One"/>
              </a:rPr>
              <a:t>Grupo #4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99656" y="-776125"/>
            <a:ext cx="2708880" cy="3744453"/>
          </a:xfrm>
          <a:custGeom>
            <a:avLst/>
            <a:gdLst/>
            <a:ahLst/>
            <a:cxnLst/>
            <a:rect r="r" b="b" t="t" l="l"/>
            <a:pathLst>
              <a:path h="3744453" w="2708880">
                <a:moveTo>
                  <a:pt x="0" y="0"/>
                </a:moveTo>
                <a:lnTo>
                  <a:pt x="2708880" y="0"/>
                </a:lnTo>
                <a:lnTo>
                  <a:pt x="2708880" y="3744452"/>
                </a:lnTo>
                <a:lnTo>
                  <a:pt x="0" y="3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515604">
            <a:off x="16725468" y="-401258"/>
            <a:ext cx="114092" cy="114092"/>
            <a:chOff x="0" y="0"/>
            <a:chExt cx="152123" cy="152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0"/>
              <a:ext cx="152019" cy="152019"/>
            </a:xfrm>
            <a:custGeom>
              <a:avLst/>
              <a:gdLst/>
              <a:ahLst/>
              <a:cxnLst/>
              <a:rect r="r" b="b" t="t" l="l"/>
              <a:pathLst>
                <a:path h="152019" w="152019">
                  <a:moveTo>
                    <a:pt x="75946" y="0"/>
                  </a:moveTo>
                  <a:cubicBezTo>
                    <a:pt x="117983" y="0"/>
                    <a:pt x="152019" y="34036"/>
                    <a:pt x="152019" y="76073"/>
                  </a:cubicBezTo>
                  <a:cubicBezTo>
                    <a:pt x="152019" y="118110"/>
                    <a:pt x="117983" y="152019"/>
                    <a:pt x="75946" y="152019"/>
                  </a:cubicBezTo>
                  <a:cubicBezTo>
                    <a:pt x="33909" y="152019"/>
                    <a:pt x="0" y="117983"/>
                    <a:pt x="0" y="76073"/>
                  </a:cubicBezTo>
                  <a:cubicBezTo>
                    <a:pt x="0" y="34163"/>
                    <a:pt x="33909" y="0"/>
                    <a:pt x="75946" y="0"/>
                  </a:cubicBezTo>
                  <a:close/>
                </a:path>
              </a:pathLst>
            </a:custGeom>
            <a:solidFill>
              <a:srgbClr val="AE77D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31425" y="1646596"/>
            <a:ext cx="152251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Introducción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406552">
            <a:off x="513986" y="8186192"/>
            <a:ext cx="2050336" cy="1331562"/>
          </a:xfrm>
          <a:custGeom>
            <a:avLst/>
            <a:gdLst/>
            <a:ahLst/>
            <a:cxnLst/>
            <a:rect r="r" b="b" t="t" l="l"/>
            <a:pathLst>
              <a:path h="1331562" w="2050336">
                <a:moveTo>
                  <a:pt x="0" y="0"/>
                </a:moveTo>
                <a:lnTo>
                  <a:pt x="2050336" y="0"/>
                </a:lnTo>
                <a:lnTo>
                  <a:pt x="2050336" y="1331562"/>
                </a:lnTo>
                <a:lnTo>
                  <a:pt x="0" y="1331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20" t="-9509" r="-12212" b="-99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24913" y="3261304"/>
            <a:ext cx="12438173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La lengua de señas constituye el principal medio de comunicación para personas con discapacidad auditiva. Sin embargo, existe una brecha digital significativa en tecnologías de reconocimiento automático adaptadas a esta modalidad de comunicación. 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Aunque sistemas de voz-a-texto y procesamiento de lenguaje natural son maduros, el reconocimiento automático de lengua de señas sigue siendo un área en desarrollo debido a la complejidad inherente de los gestos, la variabilidad interpersonal en la ejecución de señas, y la necesidad de capturar tanto componentes estáticos como dinámicos.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34963" y="-1023983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1336" y="-1023983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4678179" y="5335898"/>
            <a:ext cx="2943018" cy="2558221"/>
            <a:chOff x="0" y="0"/>
            <a:chExt cx="2600400" cy="226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2549652" cy="2209546"/>
            </a:xfrm>
            <a:custGeom>
              <a:avLst/>
              <a:gdLst/>
              <a:ahLst/>
              <a:cxnLst/>
              <a:rect r="r" b="b" t="t" l="l"/>
              <a:pathLst>
                <a:path h="2209546" w="2549652">
                  <a:moveTo>
                    <a:pt x="0" y="1104773"/>
                  </a:moveTo>
                  <a:lnTo>
                    <a:pt x="554101" y="0"/>
                  </a:lnTo>
                  <a:lnTo>
                    <a:pt x="1995551" y="0"/>
                  </a:lnTo>
                  <a:lnTo>
                    <a:pt x="2549652" y="1104773"/>
                  </a:lnTo>
                  <a:lnTo>
                    <a:pt x="1995551" y="2209546"/>
                  </a:lnTo>
                  <a:lnTo>
                    <a:pt x="554101" y="2209546"/>
                  </a:lnTo>
                  <a:close/>
                </a:path>
              </a:pathLst>
            </a:custGeom>
            <a:solidFill>
              <a:srgbClr val="733C9B">
                <a:alpha val="10588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0325" cy="2260346"/>
            </a:xfrm>
            <a:custGeom>
              <a:avLst/>
              <a:gdLst/>
              <a:ahLst/>
              <a:cxnLst/>
              <a:rect r="r" b="b" t="t" l="l"/>
              <a:pathLst>
                <a:path h="2260346" w="2600325">
                  <a:moveTo>
                    <a:pt x="2667" y="1118870"/>
                  </a:moveTo>
                  <a:lnTo>
                    <a:pt x="556768" y="13970"/>
                  </a:lnTo>
                  <a:cubicBezTo>
                    <a:pt x="561086" y="5461"/>
                    <a:pt x="569849" y="0"/>
                    <a:pt x="579501" y="0"/>
                  </a:cubicBezTo>
                  <a:lnTo>
                    <a:pt x="2020951" y="0"/>
                  </a:lnTo>
                  <a:cubicBezTo>
                    <a:pt x="2030603" y="0"/>
                    <a:pt x="2039366" y="5461"/>
                    <a:pt x="2043684" y="13970"/>
                  </a:cubicBezTo>
                  <a:lnTo>
                    <a:pt x="2597658" y="1118870"/>
                  </a:lnTo>
                  <a:cubicBezTo>
                    <a:pt x="2601214" y="1125982"/>
                    <a:pt x="2601214" y="1134491"/>
                    <a:pt x="2597658" y="1141603"/>
                  </a:cubicBezTo>
                  <a:lnTo>
                    <a:pt x="2043557" y="2246376"/>
                  </a:lnTo>
                  <a:cubicBezTo>
                    <a:pt x="2039239" y="2255012"/>
                    <a:pt x="2030476" y="2260346"/>
                    <a:pt x="2020824" y="2260346"/>
                  </a:cubicBezTo>
                  <a:lnTo>
                    <a:pt x="579501" y="2260346"/>
                  </a:lnTo>
                  <a:cubicBezTo>
                    <a:pt x="569849" y="2260346"/>
                    <a:pt x="561086" y="2254885"/>
                    <a:pt x="556768" y="2246376"/>
                  </a:cubicBezTo>
                  <a:lnTo>
                    <a:pt x="2667" y="1141603"/>
                  </a:lnTo>
                  <a:cubicBezTo>
                    <a:pt x="-889" y="1134491"/>
                    <a:pt x="-889" y="1125982"/>
                    <a:pt x="2667" y="1118870"/>
                  </a:cubicBezTo>
                  <a:moveTo>
                    <a:pt x="48133" y="1141603"/>
                  </a:moveTo>
                  <a:lnTo>
                    <a:pt x="25400" y="1130173"/>
                  </a:lnTo>
                  <a:lnTo>
                    <a:pt x="48133" y="1118743"/>
                  </a:lnTo>
                  <a:lnTo>
                    <a:pt x="602234" y="2223516"/>
                  </a:lnTo>
                  <a:lnTo>
                    <a:pt x="579501" y="2234946"/>
                  </a:lnTo>
                  <a:lnTo>
                    <a:pt x="579501" y="2209546"/>
                  </a:lnTo>
                  <a:lnTo>
                    <a:pt x="2020951" y="2209546"/>
                  </a:lnTo>
                  <a:lnTo>
                    <a:pt x="2020951" y="2234946"/>
                  </a:lnTo>
                  <a:lnTo>
                    <a:pt x="1998218" y="2223516"/>
                  </a:lnTo>
                  <a:lnTo>
                    <a:pt x="2552319" y="1118870"/>
                  </a:lnTo>
                  <a:lnTo>
                    <a:pt x="2575052" y="1130300"/>
                  </a:lnTo>
                  <a:lnTo>
                    <a:pt x="2552319" y="1141730"/>
                  </a:lnTo>
                  <a:lnTo>
                    <a:pt x="1998218" y="36830"/>
                  </a:lnTo>
                  <a:lnTo>
                    <a:pt x="2020951" y="25400"/>
                  </a:lnTo>
                  <a:lnTo>
                    <a:pt x="2020951" y="50800"/>
                  </a:lnTo>
                  <a:lnTo>
                    <a:pt x="579501" y="50800"/>
                  </a:lnTo>
                  <a:lnTo>
                    <a:pt x="579501" y="25400"/>
                  </a:lnTo>
                  <a:lnTo>
                    <a:pt x="602234" y="36830"/>
                  </a:lnTo>
                  <a:lnTo>
                    <a:pt x="48133" y="1141603"/>
                  </a:lnTo>
                  <a:close/>
                </a:path>
              </a:pathLst>
            </a:custGeom>
            <a:solidFill>
              <a:srgbClr val="AE77D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1203247">
            <a:off x="15824458" y="7892616"/>
            <a:ext cx="1807330" cy="1707620"/>
          </a:xfrm>
          <a:custGeom>
            <a:avLst/>
            <a:gdLst/>
            <a:ahLst/>
            <a:cxnLst/>
            <a:rect r="r" b="b" t="t" l="l"/>
            <a:pathLst>
              <a:path h="1707620" w="1807330">
                <a:moveTo>
                  <a:pt x="0" y="0"/>
                </a:moveTo>
                <a:lnTo>
                  <a:pt x="1807330" y="0"/>
                </a:lnTo>
                <a:lnTo>
                  <a:pt x="1807330" y="1707620"/>
                </a:lnTo>
                <a:lnTo>
                  <a:pt x="0" y="1707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968" t="0" r="-3100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88731" y="5606753"/>
            <a:ext cx="1121913" cy="2016511"/>
          </a:xfrm>
          <a:custGeom>
            <a:avLst/>
            <a:gdLst/>
            <a:ahLst/>
            <a:cxnLst/>
            <a:rect r="r" b="b" t="t" l="l"/>
            <a:pathLst>
              <a:path h="2016511" w="1121913">
                <a:moveTo>
                  <a:pt x="0" y="0"/>
                </a:moveTo>
                <a:lnTo>
                  <a:pt x="1121913" y="0"/>
                </a:lnTo>
                <a:lnTo>
                  <a:pt x="1121913" y="2016511"/>
                </a:lnTo>
                <a:lnTo>
                  <a:pt x="0" y="2016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1151375"/>
            <a:ext cx="152251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Descripción</a:t>
            </a:r>
            <a:r>
              <a:rPr lang="en-US" sz="64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 del sistema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45913" y="8427339"/>
            <a:ext cx="40075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ESTÁTICO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34537" y="8427339"/>
            <a:ext cx="40075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DINÁMICO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10666804" y="5335898"/>
            <a:ext cx="2943018" cy="2558221"/>
            <a:chOff x="0" y="0"/>
            <a:chExt cx="2600400" cy="22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2549652" cy="2209546"/>
            </a:xfrm>
            <a:custGeom>
              <a:avLst/>
              <a:gdLst/>
              <a:ahLst/>
              <a:cxnLst/>
              <a:rect r="r" b="b" t="t" l="l"/>
              <a:pathLst>
                <a:path h="2209546" w="2549652">
                  <a:moveTo>
                    <a:pt x="0" y="1104773"/>
                  </a:moveTo>
                  <a:lnTo>
                    <a:pt x="554101" y="0"/>
                  </a:lnTo>
                  <a:lnTo>
                    <a:pt x="1995551" y="0"/>
                  </a:lnTo>
                  <a:lnTo>
                    <a:pt x="2549652" y="1104773"/>
                  </a:lnTo>
                  <a:lnTo>
                    <a:pt x="1995551" y="2209546"/>
                  </a:lnTo>
                  <a:lnTo>
                    <a:pt x="554101" y="2209546"/>
                  </a:lnTo>
                  <a:close/>
                </a:path>
              </a:pathLst>
            </a:custGeom>
            <a:solidFill>
              <a:srgbClr val="733C9B">
                <a:alpha val="10588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00325" cy="2260346"/>
            </a:xfrm>
            <a:custGeom>
              <a:avLst/>
              <a:gdLst/>
              <a:ahLst/>
              <a:cxnLst/>
              <a:rect r="r" b="b" t="t" l="l"/>
              <a:pathLst>
                <a:path h="2260346" w="2600325">
                  <a:moveTo>
                    <a:pt x="2667" y="1118870"/>
                  </a:moveTo>
                  <a:lnTo>
                    <a:pt x="556768" y="13970"/>
                  </a:lnTo>
                  <a:cubicBezTo>
                    <a:pt x="561086" y="5461"/>
                    <a:pt x="569849" y="0"/>
                    <a:pt x="579501" y="0"/>
                  </a:cubicBezTo>
                  <a:lnTo>
                    <a:pt x="2020951" y="0"/>
                  </a:lnTo>
                  <a:cubicBezTo>
                    <a:pt x="2030603" y="0"/>
                    <a:pt x="2039366" y="5461"/>
                    <a:pt x="2043684" y="13970"/>
                  </a:cubicBezTo>
                  <a:lnTo>
                    <a:pt x="2597658" y="1118870"/>
                  </a:lnTo>
                  <a:cubicBezTo>
                    <a:pt x="2601214" y="1125982"/>
                    <a:pt x="2601214" y="1134491"/>
                    <a:pt x="2597658" y="1141603"/>
                  </a:cubicBezTo>
                  <a:lnTo>
                    <a:pt x="2043557" y="2246376"/>
                  </a:lnTo>
                  <a:cubicBezTo>
                    <a:pt x="2039239" y="2255012"/>
                    <a:pt x="2030476" y="2260346"/>
                    <a:pt x="2020824" y="2260346"/>
                  </a:cubicBezTo>
                  <a:lnTo>
                    <a:pt x="579501" y="2260346"/>
                  </a:lnTo>
                  <a:cubicBezTo>
                    <a:pt x="569849" y="2260346"/>
                    <a:pt x="561086" y="2254885"/>
                    <a:pt x="556768" y="2246376"/>
                  </a:cubicBezTo>
                  <a:lnTo>
                    <a:pt x="2667" y="1141603"/>
                  </a:lnTo>
                  <a:cubicBezTo>
                    <a:pt x="-889" y="1134491"/>
                    <a:pt x="-889" y="1125982"/>
                    <a:pt x="2667" y="1118870"/>
                  </a:cubicBezTo>
                  <a:moveTo>
                    <a:pt x="48133" y="1141603"/>
                  </a:moveTo>
                  <a:lnTo>
                    <a:pt x="25400" y="1130173"/>
                  </a:lnTo>
                  <a:lnTo>
                    <a:pt x="48133" y="1118743"/>
                  </a:lnTo>
                  <a:lnTo>
                    <a:pt x="602234" y="2223516"/>
                  </a:lnTo>
                  <a:lnTo>
                    <a:pt x="579501" y="2234946"/>
                  </a:lnTo>
                  <a:lnTo>
                    <a:pt x="579501" y="2209546"/>
                  </a:lnTo>
                  <a:lnTo>
                    <a:pt x="2020951" y="2209546"/>
                  </a:lnTo>
                  <a:lnTo>
                    <a:pt x="2020951" y="2234946"/>
                  </a:lnTo>
                  <a:lnTo>
                    <a:pt x="1998218" y="2223516"/>
                  </a:lnTo>
                  <a:lnTo>
                    <a:pt x="2552319" y="1118870"/>
                  </a:lnTo>
                  <a:lnTo>
                    <a:pt x="2575052" y="1130300"/>
                  </a:lnTo>
                  <a:lnTo>
                    <a:pt x="2552319" y="1141730"/>
                  </a:lnTo>
                  <a:lnTo>
                    <a:pt x="1998218" y="36830"/>
                  </a:lnTo>
                  <a:lnTo>
                    <a:pt x="2020951" y="25400"/>
                  </a:lnTo>
                  <a:lnTo>
                    <a:pt x="2020951" y="50800"/>
                  </a:lnTo>
                  <a:lnTo>
                    <a:pt x="579501" y="50800"/>
                  </a:lnTo>
                  <a:lnTo>
                    <a:pt x="579501" y="25400"/>
                  </a:lnTo>
                  <a:lnTo>
                    <a:pt x="602234" y="36830"/>
                  </a:lnTo>
                  <a:lnTo>
                    <a:pt x="48133" y="1141603"/>
                  </a:lnTo>
                  <a:close/>
                </a:path>
              </a:pathLst>
            </a:custGeom>
            <a:solidFill>
              <a:srgbClr val="AE77D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165055" y="5743944"/>
            <a:ext cx="1946514" cy="1742130"/>
          </a:xfrm>
          <a:custGeom>
            <a:avLst/>
            <a:gdLst/>
            <a:ahLst/>
            <a:cxnLst/>
            <a:rect r="r" b="b" t="t" l="l"/>
            <a:pathLst>
              <a:path h="1742130" w="1946514">
                <a:moveTo>
                  <a:pt x="0" y="0"/>
                </a:moveTo>
                <a:lnTo>
                  <a:pt x="1946515" y="0"/>
                </a:lnTo>
                <a:lnTo>
                  <a:pt x="1946515" y="1742130"/>
                </a:lnTo>
                <a:lnTo>
                  <a:pt x="0" y="17421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498791" y="6067321"/>
            <a:ext cx="129041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VS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6519" y="2533650"/>
            <a:ext cx="1443496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El objetivo del presente trabajo fue desarrollar, entrenar y comparar el rendimiento de diversos modelos de redes neuronales convolucionales para el reconocimiento automático de lengua de señas, diferenciando entre gestos estáticos y dinámicos. El sistema implementa un enfoque dual que permite abordar ambos tipos de señas mediante arquitecturas especializadas y adaptadas a las características propias de cada modalidad gestual.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76586" y="-1023983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35014" y="8177167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25" y="1151375"/>
            <a:ext cx="152251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Arquitecturas implementadas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20103">
            <a:off x="15005376" y="1670978"/>
            <a:ext cx="1304402" cy="1232452"/>
          </a:xfrm>
          <a:custGeom>
            <a:avLst/>
            <a:gdLst/>
            <a:ahLst/>
            <a:cxnLst/>
            <a:rect r="r" b="b" t="t" l="l"/>
            <a:pathLst>
              <a:path h="1232452" w="1304402">
                <a:moveTo>
                  <a:pt x="0" y="0"/>
                </a:moveTo>
                <a:lnTo>
                  <a:pt x="1304402" y="0"/>
                </a:lnTo>
                <a:lnTo>
                  <a:pt x="1304402" y="1232452"/>
                </a:lnTo>
                <a:lnTo>
                  <a:pt x="0" y="1232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968" t="0" r="-3100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1587" y="3460714"/>
            <a:ext cx="7685229" cy="4322942"/>
          </a:xfrm>
          <a:custGeom>
            <a:avLst/>
            <a:gdLst/>
            <a:ahLst/>
            <a:cxnLst/>
            <a:rect r="r" b="b" t="t" l="l"/>
            <a:pathLst>
              <a:path h="4322942" w="7685229">
                <a:moveTo>
                  <a:pt x="0" y="0"/>
                </a:moveTo>
                <a:lnTo>
                  <a:pt x="7685230" y="0"/>
                </a:lnTo>
                <a:lnTo>
                  <a:pt x="7685230" y="4322941"/>
                </a:lnTo>
                <a:lnTo>
                  <a:pt x="0" y="43229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50693" y="3409332"/>
            <a:ext cx="50071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MobileNetV2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50693" y="5999304"/>
            <a:ext cx="50071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ResNet50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54309" y="4801746"/>
            <a:ext cx="50071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EfficientNetB0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54309" y="7196862"/>
            <a:ext cx="50071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CNN + BIGRU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3307" y="5541480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0134" y="-5423646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19300" y="-413288"/>
            <a:ext cx="3840000" cy="3685452"/>
          </a:xfrm>
          <a:custGeom>
            <a:avLst/>
            <a:gdLst/>
            <a:ahLst/>
            <a:cxnLst/>
            <a:rect r="r" b="b" t="t" l="l"/>
            <a:pathLst>
              <a:path h="3685452" w="3840000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076" t="-8219" r="-46018" b="-670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438009" y="3528332"/>
            <a:ext cx="4167031" cy="2454760"/>
          </a:xfrm>
          <a:custGeom>
            <a:avLst/>
            <a:gdLst/>
            <a:ahLst/>
            <a:cxnLst/>
            <a:rect r="r" b="b" t="t" l="l"/>
            <a:pathLst>
              <a:path h="2454760" w="4167031">
                <a:moveTo>
                  <a:pt x="0" y="2454760"/>
                </a:moveTo>
                <a:lnTo>
                  <a:pt x="4167031" y="2454760"/>
                </a:lnTo>
                <a:lnTo>
                  <a:pt x="4167031" y="0"/>
                </a:lnTo>
                <a:lnTo>
                  <a:pt x="0" y="0"/>
                </a:lnTo>
                <a:lnTo>
                  <a:pt x="0" y="245476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5283" y="3517462"/>
            <a:ext cx="5478303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CÓDIGO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2814" y="6082697"/>
            <a:ext cx="7399903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u="sng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  <a:hlinkClick r:id="rId8" tooltip="https://drive.google.com/file/d/1ETt_MpT-QxH8_MWcO1lSh4QzgHMpuOJd/view?usp=sharing"/>
              </a:rPr>
              <a:t>https://drive.google.com/file/d/1ETt_MpT-QxH8_MWcO1lSh4QzgHMpuOJd/view?usp=sharing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5013" y="-1023983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76587" y="8177167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23100" y="226662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02350" y="722457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89350" y="341557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29567" y="961144"/>
            <a:ext cx="14028867" cy="8364712"/>
          </a:xfrm>
          <a:custGeom>
            <a:avLst/>
            <a:gdLst/>
            <a:ahLst/>
            <a:cxnLst/>
            <a:rect r="r" b="b" t="t" l="l"/>
            <a:pathLst>
              <a:path h="8364712" w="14028867">
                <a:moveTo>
                  <a:pt x="0" y="0"/>
                </a:moveTo>
                <a:lnTo>
                  <a:pt x="14028866" y="0"/>
                </a:lnTo>
                <a:lnTo>
                  <a:pt x="14028866" y="8364712"/>
                </a:lnTo>
                <a:lnTo>
                  <a:pt x="0" y="8364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8363" y="-1023983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84050" y="417545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8750" y="581130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68302">
            <a:off x="13698224" y="419648"/>
            <a:ext cx="3714748" cy="3581398"/>
          </a:xfrm>
          <a:custGeom>
            <a:avLst/>
            <a:gdLst/>
            <a:ahLst/>
            <a:cxnLst/>
            <a:rect r="r" b="b" t="t" l="l"/>
            <a:pathLst>
              <a:path h="3581398" w="3714748">
                <a:moveTo>
                  <a:pt x="0" y="0"/>
                </a:moveTo>
                <a:lnTo>
                  <a:pt x="3714748" y="0"/>
                </a:lnTo>
                <a:lnTo>
                  <a:pt x="3714748" y="3581398"/>
                </a:lnTo>
                <a:lnTo>
                  <a:pt x="0" y="35813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497" t="-6378" r="-44607" b="-512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02835" y="980961"/>
            <a:ext cx="13882330" cy="8277339"/>
          </a:xfrm>
          <a:custGeom>
            <a:avLst/>
            <a:gdLst/>
            <a:ahLst/>
            <a:cxnLst/>
            <a:rect r="r" b="b" t="t" l="l"/>
            <a:pathLst>
              <a:path h="8277339" w="13882330">
                <a:moveTo>
                  <a:pt x="0" y="0"/>
                </a:moveTo>
                <a:lnTo>
                  <a:pt x="13882330" y="0"/>
                </a:lnTo>
                <a:lnTo>
                  <a:pt x="13882330" y="8277339"/>
                </a:lnTo>
                <a:lnTo>
                  <a:pt x="0" y="8277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9657" y="4105330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743" y="-5040596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17550" y="146315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78550" y="473240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57894" y="1097284"/>
            <a:ext cx="13572213" cy="8092432"/>
          </a:xfrm>
          <a:custGeom>
            <a:avLst/>
            <a:gdLst/>
            <a:ahLst/>
            <a:cxnLst/>
            <a:rect r="r" b="b" t="t" l="l"/>
            <a:pathLst>
              <a:path h="8092432" w="13572213">
                <a:moveTo>
                  <a:pt x="0" y="0"/>
                </a:moveTo>
                <a:lnTo>
                  <a:pt x="13572212" y="0"/>
                </a:lnTo>
                <a:lnTo>
                  <a:pt x="13572212" y="8092432"/>
                </a:lnTo>
                <a:lnTo>
                  <a:pt x="0" y="8092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07854" y="-711104"/>
            <a:ext cx="3884805" cy="2672092"/>
          </a:xfrm>
          <a:custGeom>
            <a:avLst/>
            <a:gdLst/>
            <a:ahLst/>
            <a:cxnLst/>
            <a:rect r="r" b="b" t="t" l="l"/>
            <a:pathLst>
              <a:path h="2672092" w="3884805">
                <a:moveTo>
                  <a:pt x="0" y="0"/>
                </a:moveTo>
                <a:lnTo>
                  <a:pt x="3884805" y="0"/>
                </a:lnTo>
                <a:lnTo>
                  <a:pt x="3884805" y="2672091"/>
                </a:lnTo>
                <a:lnTo>
                  <a:pt x="0" y="2672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089" y="6942908"/>
            <a:ext cx="3939687" cy="4816101"/>
          </a:xfrm>
          <a:custGeom>
            <a:avLst/>
            <a:gdLst/>
            <a:ahLst/>
            <a:cxnLst/>
            <a:rect r="r" b="b" t="t" l="l"/>
            <a:pathLst>
              <a:path h="4816101" w="3939687">
                <a:moveTo>
                  <a:pt x="0" y="0"/>
                </a:moveTo>
                <a:lnTo>
                  <a:pt x="3939687" y="0"/>
                </a:lnTo>
                <a:lnTo>
                  <a:pt x="3939687" y="4816100"/>
                </a:lnTo>
                <a:lnTo>
                  <a:pt x="0" y="4816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16250" y="416575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7600" y="178787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54500" y="609157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51250" y="852912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6860" y="1067176"/>
            <a:ext cx="15274280" cy="8152647"/>
          </a:xfrm>
          <a:custGeom>
            <a:avLst/>
            <a:gdLst/>
            <a:ahLst/>
            <a:cxnLst/>
            <a:rect r="r" b="b" t="t" l="l"/>
            <a:pathLst>
              <a:path h="8152647" w="15274280">
                <a:moveTo>
                  <a:pt x="0" y="0"/>
                </a:moveTo>
                <a:lnTo>
                  <a:pt x="15274280" y="0"/>
                </a:lnTo>
                <a:lnTo>
                  <a:pt x="15274280" y="8152648"/>
                </a:lnTo>
                <a:lnTo>
                  <a:pt x="0" y="81526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3757" y="7316383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4743" y="-5040596"/>
            <a:ext cx="10088672" cy="8242772"/>
          </a:xfrm>
          <a:custGeom>
            <a:avLst/>
            <a:gdLst/>
            <a:ahLst/>
            <a:cxnLst/>
            <a:rect r="r" b="b" t="t" l="l"/>
            <a:pathLst>
              <a:path h="8242772" w="100886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99698" y="-763726"/>
            <a:ext cx="3840000" cy="3685452"/>
          </a:xfrm>
          <a:custGeom>
            <a:avLst/>
            <a:gdLst/>
            <a:ahLst/>
            <a:cxnLst/>
            <a:rect r="r" b="b" t="t" l="l"/>
            <a:pathLst>
              <a:path h="3685452" w="3840000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076" t="-8219" r="-46018" b="-670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72450" y="229060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56250" y="8006926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45350" y="179620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2802" y="2067974"/>
            <a:ext cx="7685209" cy="6148167"/>
          </a:xfrm>
          <a:custGeom>
            <a:avLst/>
            <a:gdLst/>
            <a:ahLst/>
            <a:cxnLst/>
            <a:rect r="r" b="b" t="t" l="l"/>
            <a:pathLst>
              <a:path h="6148167" w="7685209">
                <a:moveTo>
                  <a:pt x="0" y="0"/>
                </a:moveTo>
                <a:lnTo>
                  <a:pt x="7685209" y="0"/>
                </a:lnTo>
                <a:lnTo>
                  <a:pt x="7685209" y="6148166"/>
                </a:lnTo>
                <a:lnTo>
                  <a:pt x="0" y="6148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66382" y="2067974"/>
            <a:ext cx="7688816" cy="6151053"/>
          </a:xfrm>
          <a:custGeom>
            <a:avLst/>
            <a:gdLst/>
            <a:ahLst/>
            <a:cxnLst/>
            <a:rect r="r" b="b" t="t" l="l"/>
            <a:pathLst>
              <a:path h="6151053" w="7688816">
                <a:moveTo>
                  <a:pt x="0" y="0"/>
                </a:moveTo>
                <a:lnTo>
                  <a:pt x="7688816" y="0"/>
                </a:lnTo>
                <a:lnTo>
                  <a:pt x="7688816" y="6151052"/>
                </a:lnTo>
                <a:lnTo>
                  <a:pt x="0" y="6151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4464" y="7041968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9213" y="-520883"/>
            <a:ext cx="5081591" cy="3779642"/>
          </a:xfrm>
          <a:custGeom>
            <a:avLst/>
            <a:gdLst/>
            <a:ahLst/>
            <a:cxnLst/>
            <a:rect r="r" b="b" t="t" l="l"/>
            <a:pathLst>
              <a:path h="3779642" w="5081591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2676" y="7348300"/>
            <a:ext cx="200350" cy="200300"/>
          </a:xfrm>
          <a:custGeom>
            <a:avLst/>
            <a:gdLst/>
            <a:ahLst/>
            <a:cxnLst/>
            <a:rect r="r" b="b" t="t" l="l"/>
            <a:pathLst>
              <a:path h="200300" w="20035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68302">
            <a:off x="13865474" y="9598"/>
            <a:ext cx="3714748" cy="3581398"/>
          </a:xfrm>
          <a:custGeom>
            <a:avLst/>
            <a:gdLst/>
            <a:ahLst/>
            <a:cxnLst/>
            <a:rect r="r" b="b" t="t" l="l"/>
            <a:pathLst>
              <a:path h="3581398" w="3714748">
                <a:moveTo>
                  <a:pt x="0" y="0"/>
                </a:moveTo>
                <a:lnTo>
                  <a:pt x="3714748" y="0"/>
                </a:lnTo>
                <a:lnTo>
                  <a:pt x="3714748" y="3581398"/>
                </a:lnTo>
                <a:lnTo>
                  <a:pt x="0" y="35813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6497" t="-6378" r="-44607" b="-512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9041" y="2220725"/>
            <a:ext cx="7306937" cy="5845549"/>
          </a:xfrm>
          <a:custGeom>
            <a:avLst/>
            <a:gdLst/>
            <a:ahLst/>
            <a:cxnLst/>
            <a:rect r="r" b="b" t="t" l="l"/>
            <a:pathLst>
              <a:path h="5845549" w="7306937">
                <a:moveTo>
                  <a:pt x="0" y="0"/>
                </a:moveTo>
                <a:lnTo>
                  <a:pt x="7306937" y="0"/>
                </a:lnTo>
                <a:lnTo>
                  <a:pt x="7306937" y="5845550"/>
                </a:lnTo>
                <a:lnTo>
                  <a:pt x="0" y="5845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72022" y="2220725"/>
            <a:ext cx="7306937" cy="5845549"/>
          </a:xfrm>
          <a:custGeom>
            <a:avLst/>
            <a:gdLst/>
            <a:ahLst/>
            <a:cxnLst/>
            <a:rect r="r" b="b" t="t" l="l"/>
            <a:pathLst>
              <a:path h="5845549" w="7306937">
                <a:moveTo>
                  <a:pt x="0" y="0"/>
                </a:moveTo>
                <a:lnTo>
                  <a:pt x="7306937" y="0"/>
                </a:lnTo>
                <a:lnTo>
                  <a:pt x="7306937" y="5845550"/>
                </a:lnTo>
                <a:lnTo>
                  <a:pt x="0" y="58455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99656" y="-776125"/>
            <a:ext cx="2708880" cy="3744453"/>
          </a:xfrm>
          <a:custGeom>
            <a:avLst/>
            <a:gdLst/>
            <a:ahLst/>
            <a:cxnLst/>
            <a:rect r="r" b="b" t="t" l="l"/>
            <a:pathLst>
              <a:path h="3744453" w="2708880">
                <a:moveTo>
                  <a:pt x="0" y="0"/>
                </a:moveTo>
                <a:lnTo>
                  <a:pt x="2708880" y="0"/>
                </a:lnTo>
                <a:lnTo>
                  <a:pt x="2708880" y="3744452"/>
                </a:lnTo>
                <a:lnTo>
                  <a:pt x="0" y="3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515604">
            <a:off x="16725468" y="-401258"/>
            <a:ext cx="114092" cy="114092"/>
            <a:chOff x="0" y="0"/>
            <a:chExt cx="152123" cy="152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0"/>
              <a:ext cx="152019" cy="152019"/>
            </a:xfrm>
            <a:custGeom>
              <a:avLst/>
              <a:gdLst/>
              <a:ahLst/>
              <a:cxnLst/>
              <a:rect r="r" b="b" t="t" l="l"/>
              <a:pathLst>
                <a:path h="152019" w="152019">
                  <a:moveTo>
                    <a:pt x="75946" y="0"/>
                  </a:moveTo>
                  <a:cubicBezTo>
                    <a:pt x="117983" y="0"/>
                    <a:pt x="152019" y="34036"/>
                    <a:pt x="152019" y="76073"/>
                  </a:cubicBezTo>
                  <a:cubicBezTo>
                    <a:pt x="152019" y="118110"/>
                    <a:pt x="117983" y="152019"/>
                    <a:pt x="75946" y="152019"/>
                  </a:cubicBezTo>
                  <a:cubicBezTo>
                    <a:pt x="33909" y="152019"/>
                    <a:pt x="0" y="117983"/>
                    <a:pt x="0" y="76073"/>
                  </a:cubicBezTo>
                  <a:cubicBezTo>
                    <a:pt x="0" y="34163"/>
                    <a:pt x="33909" y="0"/>
                    <a:pt x="75946" y="0"/>
                  </a:cubicBezTo>
                  <a:close/>
                </a:path>
              </a:pathLst>
            </a:custGeom>
            <a:solidFill>
              <a:srgbClr val="AE77D6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2268302">
            <a:off x="-130776" y="6680398"/>
            <a:ext cx="3714748" cy="3581398"/>
          </a:xfrm>
          <a:custGeom>
            <a:avLst/>
            <a:gdLst/>
            <a:ahLst/>
            <a:cxnLst/>
            <a:rect r="r" b="b" t="t" l="l"/>
            <a:pathLst>
              <a:path h="3581398" w="3714748">
                <a:moveTo>
                  <a:pt x="0" y="0"/>
                </a:moveTo>
                <a:lnTo>
                  <a:pt x="3714748" y="0"/>
                </a:lnTo>
                <a:lnTo>
                  <a:pt x="3714748" y="3581398"/>
                </a:lnTo>
                <a:lnTo>
                  <a:pt x="0" y="3581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497" t="-6378" r="-44607" b="-512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03245">
            <a:off x="15034918" y="1004050"/>
            <a:ext cx="2545278" cy="2404860"/>
          </a:xfrm>
          <a:custGeom>
            <a:avLst/>
            <a:gdLst/>
            <a:ahLst/>
            <a:cxnLst/>
            <a:rect r="r" b="b" t="t" l="l"/>
            <a:pathLst>
              <a:path h="2404860" w="2545278">
                <a:moveTo>
                  <a:pt x="0" y="0"/>
                </a:moveTo>
                <a:lnTo>
                  <a:pt x="2545278" y="0"/>
                </a:lnTo>
                <a:lnTo>
                  <a:pt x="2545278" y="2404860"/>
                </a:lnTo>
                <a:lnTo>
                  <a:pt x="0" y="2404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968" t="0" r="-3100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06513">
            <a:off x="2799270" y="8078874"/>
            <a:ext cx="2350466" cy="1526454"/>
          </a:xfrm>
          <a:custGeom>
            <a:avLst/>
            <a:gdLst/>
            <a:ahLst/>
            <a:cxnLst/>
            <a:rect r="r" b="b" t="t" l="l"/>
            <a:pathLst>
              <a:path h="1526454" w="2350466">
                <a:moveTo>
                  <a:pt x="0" y="0"/>
                </a:moveTo>
                <a:lnTo>
                  <a:pt x="2350466" y="0"/>
                </a:lnTo>
                <a:lnTo>
                  <a:pt x="2350466" y="1526454"/>
                </a:lnTo>
                <a:lnTo>
                  <a:pt x="0" y="15264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719" t="-9509" r="-12210" b="-995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1425" y="4048125"/>
            <a:ext cx="1522515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FFFFFF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GRACIAS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DAG4nDrqyGQ</dc:identifier>
  <dcterms:modified xsi:type="dcterms:W3CDTF">2011-08-01T06:04:30Z</dcterms:modified>
  <cp:revision>1</cp:revision>
  <dc:title>CP2_IA_Grupo_#4</dc:title>
</cp:coreProperties>
</file>